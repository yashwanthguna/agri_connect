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25" autoAdjust="0"/>
    <p:restoredTop sz="94660"/>
  </p:normalViewPr>
  <p:slideViewPr>
    <p:cSldViewPr snapToGrid="0">
      <p:cViewPr>
        <p:scale>
          <a:sx n="66" d="100"/>
          <a:sy n="66" d="100"/>
        </p:scale>
        <p:origin x="89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E6804-F978-4EB1-AC45-235463C38603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CBE9A-1C4A-49CC-A79A-454D790B2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43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CBE9A-1C4A-49CC-A79A-454D790B297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047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AFD6-93CA-5353-0F4E-E7341B6D7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6FB92-6362-91F8-B394-BA3057611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6E3A6-9B95-F483-72B8-DBDD0C83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B79CE-DD7F-102E-1EC7-C013254B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67E62-7F18-5166-11AB-4E0FF18A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13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097F-49D9-3362-458D-64F3F09C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7834F-93FB-C05A-2840-DD547EEE2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4E323-F3E9-0F86-3A2F-E3B1ABB9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690AC-305B-7C26-AE38-99500DAD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42113-6C0D-0A18-9C14-7E92E0D4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06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A812-9CB7-80F5-A1B9-26BBAB01E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24578-B0B2-2ABA-FD2D-F2075D76D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BB190-6C32-9F93-0858-471AE500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2C303-F5CF-BD89-CA52-4E7769A2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66C78-ED65-5A0B-DE7C-394EE6D7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00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0879F-638F-97BF-2246-2BDC809E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67555-C30A-D004-32E6-C309AAD2E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88F2D-7BC7-D295-E068-D3B8CB8FE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81A95-B6A2-D68E-7DEF-A3DC6B1DC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6B0C6-98F5-170C-24FC-1EE099BB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070A0-E54E-2E09-E964-43A84790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21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5CAD-E9ED-5B32-21B4-99FF49A3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EA16E-44D2-00BB-1B39-1B5AC06EE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71A1A-43EF-6863-C915-45AA9A6A4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272EB-8479-ABAB-0602-E2146B4711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0F85B-993C-F75E-0C8D-50C27482D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04277-DD11-9DBB-3B8A-9ABC09FD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8BC3E-9539-BD18-92D5-581C2851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3EBD9-1486-C746-F089-38759A3A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6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55CA7-66E0-BE4C-AC80-D5D44DA0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9D48C-D6F8-28A4-42ED-8B3B533A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B1F61-8255-9AEC-55B4-3573ADE0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FE85F-5E72-E126-AC64-8F5F02CE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1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911BF-DBEC-4022-9502-A62350B2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260E8-EC19-3D96-A78F-F4804DD3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69154-5EF7-BD38-6374-CF11089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04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9BD2-22FB-02DC-FFB4-EF72F6B34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0430C-6658-882E-6509-0A753D70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2EFDE-F456-FE21-6B32-C11972A9F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BF6AC-2314-33CD-8BF4-2FB50E3F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1EF73-AF8F-500B-7253-651850E2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0A788-8525-B4DB-7620-2A0B64EB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62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D5E4-355A-D025-D0ED-81C0523F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F4B67-B69F-FDA9-791A-08D87C010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FA42C-8321-7D6E-F93D-3261ACFAF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B1106-A5D0-B203-F121-D1F4A2FD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04716-C4BD-3BB2-2AF7-8501E7D2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11138-E0D2-26D1-5002-7FF02A25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20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8D05-1359-4390-5949-2E70B024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9750B-3571-F0F8-2386-9B39ADB4A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6CB7E-C68E-1C7C-0C88-E9796A7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2CE6F-F5E4-5F42-B83E-A9C9C1414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EEA27-1D59-2E60-85E9-16D64256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69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A260-7ECE-EBB3-7F7A-EBDBF499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25D35-B2AF-33FC-BB80-D9261C1DD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10180-6B2A-DA03-1655-89BBE621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0A2A7-CB75-6E68-08C8-5FE57CB7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902AF-3ADA-2472-D62D-16DE3FE6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51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D2CD4-AF9E-96EE-64D6-42886FC0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12426-B7D8-E202-FBF6-B9E7BDEFC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3D93F-C768-012E-7FF5-B38A93425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A254C-7925-4597-BB36-E97C4180BBD2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FBAFE-9E12-6E9E-D975-102347A10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955A-A281-AA87-9535-79683F7A2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82477-037F-4E0B-82E9-EE2BEC837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40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C1F6C-A65C-A241-77B1-6A2231E6E26A}"/>
              </a:ext>
            </a:extLst>
          </p:cNvPr>
          <p:cNvSpPr txBox="1"/>
          <p:nvPr/>
        </p:nvSpPr>
        <p:spPr>
          <a:xfrm>
            <a:off x="405115" y="1481559"/>
            <a:ext cx="65744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chemeClr val="bg1"/>
                </a:solidFill>
                <a:latin typeface="Felix Titling" panose="04060505060202020A04" pitchFamily="82" charset="0"/>
              </a:rPr>
              <a:t>AGRI CONNECT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4822D-3AB9-F9B1-5C95-A4014E2FE9EB}"/>
              </a:ext>
            </a:extLst>
          </p:cNvPr>
          <p:cNvSpPr txBox="1"/>
          <p:nvPr/>
        </p:nvSpPr>
        <p:spPr>
          <a:xfrm>
            <a:off x="7211028" y="1111170"/>
            <a:ext cx="4826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BY A.NISHA REDDY              23AG1A0504     M.LAXMI NARAYANA    23AG1A0544</a:t>
            </a:r>
          </a:p>
          <a:p>
            <a:r>
              <a:rPr lang="en-US" sz="3600" dirty="0">
                <a:solidFill>
                  <a:schemeClr val="bg1"/>
                </a:solidFill>
              </a:rPr>
              <a:t>G.YASHWANTH               23AG1A0521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0C322-5781-EAF5-841B-FA871CAB716C}"/>
              </a:ext>
            </a:extLst>
          </p:cNvPr>
          <p:cNvSpPr txBox="1"/>
          <p:nvPr/>
        </p:nvSpPr>
        <p:spPr>
          <a:xfrm>
            <a:off x="405115" y="5127585"/>
            <a:ext cx="14040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UNDER THE GUIDANCE OF MR V. CHANDRASEKHAR REDDY SIR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24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D964A-4FA4-FCE7-672A-94E18A7ED530}"/>
              </a:ext>
            </a:extLst>
          </p:cNvPr>
          <p:cNvSpPr txBox="1"/>
          <p:nvPr/>
        </p:nvSpPr>
        <p:spPr>
          <a:xfrm>
            <a:off x="4051138" y="405114"/>
            <a:ext cx="4653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The Initial 3 ideas: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CD8AA-81EF-7125-7D55-6B16E5B03175}"/>
              </a:ext>
            </a:extLst>
          </p:cNvPr>
          <p:cNvSpPr txBox="1"/>
          <p:nvPr/>
        </p:nvSpPr>
        <p:spPr>
          <a:xfrm>
            <a:off x="1608882" y="1608881"/>
            <a:ext cx="8160152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Yashwanth’s idea: Direct market access website for farmers.(AGRICONNECT).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Laxmi Narayana’s idea: AI based Energy breakdown to analyze energy consumption.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Nisha’s idea: A Digital Learning Platform. </a:t>
            </a:r>
          </a:p>
        </p:txBody>
      </p:sp>
    </p:spTree>
    <p:extLst>
      <p:ext uri="{BB962C8B-B14F-4D97-AF65-F5344CB8AC3E}">
        <p14:creationId xmlns:p14="http://schemas.microsoft.com/office/powerpoint/2010/main" val="161336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4C4F45-BAEA-DDFD-66D7-494D4C41E257}"/>
              </a:ext>
            </a:extLst>
          </p:cNvPr>
          <p:cNvSpPr txBox="1"/>
          <p:nvPr/>
        </p:nvSpPr>
        <p:spPr>
          <a:xfrm>
            <a:off x="3738624" y="393540"/>
            <a:ext cx="5111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Discussion with Guide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1A909-0687-0C44-16EE-6A7734D3C807}"/>
              </a:ext>
            </a:extLst>
          </p:cNvPr>
          <p:cNvSpPr txBox="1"/>
          <p:nvPr/>
        </p:nvSpPr>
        <p:spPr>
          <a:xfrm>
            <a:off x="914400" y="1527857"/>
            <a:ext cx="95028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We discussed our idea and core functionalities with our project guide(Mr .V. Chandra Sekhar sir). His valuable inputs helped us refine AGRI CONNECT by:</a:t>
            </a:r>
          </a:p>
          <a:p>
            <a:r>
              <a:rPr lang="en-US" sz="2800" dirty="0">
                <a:solidFill>
                  <a:schemeClr val="bg1"/>
                </a:solidFill>
              </a:rPr>
              <a:t>✔ Enhancing AI-driven advisory for better accuracy</a:t>
            </a:r>
          </a:p>
          <a:p>
            <a:r>
              <a:rPr lang="en-US" sz="2800" dirty="0">
                <a:solidFill>
                  <a:schemeClr val="bg1"/>
                </a:solidFill>
              </a:rPr>
              <a:t>✔ Improving user accessibility with regional language support</a:t>
            </a:r>
          </a:p>
          <a:p>
            <a:r>
              <a:rPr lang="en-US" sz="2800" dirty="0">
                <a:solidFill>
                  <a:schemeClr val="bg1"/>
                </a:solidFill>
              </a:rPr>
              <a:t>✔ Strengthening marketplace features for direct farmer-to-buyer sales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His guidance played a key role in shaping our project into a more practical and impactful solution.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97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C7E62-9BE4-FBDD-10DD-9BD883FEAB2B}"/>
              </a:ext>
            </a:extLst>
          </p:cNvPr>
          <p:cNvSpPr txBox="1"/>
          <p:nvPr/>
        </p:nvSpPr>
        <p:spPr>
          <a:xfrm>
            <a:off x="3032567" y="474562"/>
            <a:ext cx="663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Which idea did we choose?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527D4-C18F-F409-699A-535CCD0ADD54}"/>
              </a:ext>
            </a:extLst>
          </p:cNvPr>
          <p:cNvSpPr txBox="1"/>
          <p:nvPr/>
        </p:nvSpPr>
        <p:spPr>
          <a:xfrm>
            <a:off x="706056" y="1446835"/>
            <a:ext cx="11287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We have chosen the AGRICONNECT idea among the three ideas we had.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3155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4C789-1FF1-5EC6-0DCB-5BB0D884DDED}"/>
              </a:ext>
            </a:extLst>
          </p:cNvPr>
          <p:cNvSpPr txBox="1"/>
          <p:nvPr/>
        </p:nvSpPr>
        <p:spPr>
          <a:xfrm>
            <a:off x="4556760" y="716280"/>
            <a:ext cx="2137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00EF8-57F2-5C47-AA59-23AE1A413652}"/>
              </a:ext>
            </a:extLst>
          </p:cNvPr>
          <p:cNvSpPr txBox="1"/>
          <p:nvPr/>
        </p:nvSpPr>
        <p:spPr>
          <a:xfrm>
            <a:off x="1219200" y="2042160"/>
            <a:ext cx="10058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Agri Connect is an AI-powered farming assistance platform that helps farmers overcome challenges. It provides real-time guidance in regional languages, an AI chatbot with Google Translate and speech-to-text, a community forum for knowledge sharing, and a marketplace for farm essentials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81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679FE-2001-2C27-E081-3BAC96C7C5D3}"/>
              </a:ext>
            </a:extLst>
          </p:cNvPr>
          <p:cNvSpPr txBox="1"/>
          <p:nvPr/>
        </p:nvSpPr>
        <p:spPr>
          <a:xfrm>
            <a:off x="1463040" y="320040"/>
            <a:ext cx="7638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520C0-91D4-A6C5-3A16-91884BF1A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050" y="966371"/>
            <a:ext cx="4648200" cy="4648200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F76D834C-2588-022A-3EA7-8F3F13D5B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93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628F578-2AEC-A686-F2D5-75F9C8B80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31502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 for convenience. 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267B0C8E-B491-BFA4-B304-D4A469324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49" y="1556251"/>
            <a:ext cx="561090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AI-Powered Assistance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Personalized farming tips and advice.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Community Forum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Farmers can share knowledge and ask questions.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Digital Marketplace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Easy access to farm supplies.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Localized 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Available in regional languages.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Speech-to-Text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Voice-based interaction for convenience. </a:t>
            </a:r>
          </a:p>
        </p:txBody>
      </p:sp>
    </p:spTree>
    <p:extLst>
      <p:ext uri="{BB962C8B-B14F-4D97-AF65-F5344CB8AC3E}">
        <p14:creationId xmlns:p14="http://schemas.microsoft.com/office/powerpoint/2010/main" val="344313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F5C05-73EA-1C96-A8E0-27BAB87B43B6}"/>
              </a:ext>
            </a:extLst>
          </p:cNvPr>
          <p:cNvSpPr txBox="1"/>
          <p:nvPr/>
        </p:nvSpPr>
        <p:spPr>
          <a:xfrm>
            <a:off x="1099596" y="428263"/>
            <a:ext cx="8158810" cy="657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Existing System - 1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75C7D-A7C5-BC8B-A9E4-DF85E5FDF16F}"/>
              </a:ext>
            </a:extLst>
          </p:cNvPr>
          <p:cNvSpPr txBox="1"/>
          <p:nvPr/>
        </p:nvSpPr>
        <p:spPr>
          <a:xfrm>
            <a:off x="1099596" y="1516284"/>
            <a:ext cx="9572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</a:rPr>
              <a:t>AgriMarket</a:t>
            </a:r>
            <a:r>
              <a:rPr lang="en-US" dirty="0">
                <a:solidFill>
                  <a:schemeClr val="accent4"/>
                </a:solidFill>
              </a:rPr>
              <a:t>.</a:t>
            </a: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91CFC-F8D4-A5AE-EDC1-86E80B9CE4E8}"/>
              </a:ext>
            </a:extLst>
          </p:cNvPr>
          <p:cNvSpPr txBox="1"/>
          <p:nvPr/>
        </p:nvSpPr>
        <p:spPr>
          <a:xfrm>
            <a:off x="590309" y="2581155"/>
            <a:ext cx="581049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Drawbacks: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Lacks Real-Time Assistance: Does not provide instant, personalized farming guidance.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Low Interactivity: Limited community engagement or support features for farmers to connect.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92C3D3-F5FC-E99F-98B3-D52FFBEE1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414" y="757216"/>
            <a:ext cx="4729184" cy="47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7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C154D-6254-08D2-AA89-04DA1901FFC0}"/>
              </a:ext>
            </a:extLst>
          </p:cNvPr>
          <p:cNvSpPr txBox="1"/>
          <p:nvPr/>
        </p:nvSpPr>
        <p:spPr>
          <a:xfrm>
            <a:off x="1192193" y="312516"/>
            <a:ext cx="6605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Existing System - 2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542E8-BDED-D26C-9B2F-B39C8B99842B}"/>
              </a:ext>
            </a:extLst>
          </p:cNvPr>
          <p:cNvSpPr txBox="1"/>
          <p:nvPr/>
        </p:nvSpPr>
        <p:spPr>
          <a:xfrm>
            <a:off x="1192192" y="1493135"/>
            <a:ext cx="998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</a:rPr>
              <a:t>KisanSuvidha</a:t>
            </a:r>
            <a:r>
              <a:rPr lang="en-US" sz="2800" dirty="0"/>
              <a:t>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A255899-5927-BDC2-CE00-000557978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05246" y="1113789"/>
            <a:ext cx="10162574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114800" lvl="8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Limited Language Support: May not provide access to farming resources in all regional languages, limiting accessibility.</a:t>
            </a:r>
          </a:p>
          <a:p>
            <a:pPr marL="4114800" lvl="8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Incomplete Digital Marketplace: Does not offer a full range of farm essentials, tools, and resources in one platform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692BD-0BD8-DFC0-8984-7B6EAC9D478E}"/>
              </a:ext>
            </a:extLst>
          </p:cNvPr>
          <p:cNvSpPr txBox="1"/>
          <p:nvPr/>
        </p:nvSpPr>
        <p:spPr>
          <a:xfrm>
            <a:off x="1192192" y="2569580"/>
            <a:ext cx="2071869" cy="523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Drawbacks: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FC07B2-772C-9910-E2E6-7444584E0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914" y="937482"/>
            <a:ext cx="3947033" cy="394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4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39599-DEA7-611E-B456-EA55429446DF}"/>
              </a:ext>
            </a:extLst>
          </p:cNvPr>
          <p:cNvSpPr txBox="1"/>
          <p:nvPr/>
        </p:nvSpPr>
        <p:spPr>
          <a:xfrm>
            <a:off x="3900668" y="262802"/>
            <a:ext cx="6121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1176D-BD4E-8647-FD97-42D978825E95}"/>
              </a:ext>
            </a:extLst>
          </p:cNvPr>
          <p:cNvSpPr txBox="1"/>
          <p:nvPr/>
        </p:nvSpPr>
        <p:spPr>
          <a:xfrm>
            <a:off x="949124" y="1119592"/>
            <a:ext cx="53243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AgriConnect</a:t>
            </a:r>
            <a:r>
              <a:rPr lang="en-IN" sz="2800" dirty="0">
                <a:solidFill>
                  <a:schemeClr val="accent4"/>
                </a:solidFill>
              </a:rPr>
              <a:t>-A smart and farmer friendly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BA6BD-9C81-A67C-07D8-1B276FE4820B}"/>
              </a:ext>
            </a:extLst>
          </p:cNvPr>
          <p:cNvSpPr txBox="1"/>
          <p:nvPr/>
        </p:nvSpPr>
        <p:spPr>
          <a:xfrm>
            <a:off x="-2766349" y="2222603"/>
            <a:ext cx="151628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>
                <a:solidFill>
                  <a:schemeClr val="bg1"/>
                </a:solidFill>
              </a:rPr>
              <a:t>Key features: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DD1F7-E2B6-46CD-E40E-AF97B4B50528}"/>
              </a:ext>
            </a:extLst>
          </p:cNvPr>
          <p:cNvSpPr txBox="1"/>
          <p:nvPr/>
        </p:nvSpPr>
        <p:spPr>
          <a:xfrm>
            <a:off x="856527" y="2925505"/>
            <a:ext cx="8796759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AI-Powered Chatbot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Community Forum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Localized Digital Marketplace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Farm Tracking Dashboard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52C7C6-252A-C29A-E6C3-5ADB04EAC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914" y="1267428"/>
            <a:ext cx="4218972" cy="42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21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619967-5E2E-52CE-1F5E-42D13435E97B}"/>
              </a:ext>
            </a:extLst>
          </p:cNvPr>
          <p:cNvSpPr txBox="1"/>
          <p:nvPr/>
        </p:nvSpPr>
        <p:spPr>
          <a:xfrm>
            <a:off x="844953" y="844952"/>
            <a:ext cx="10405640" cy="459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Why we chose this idea?</a:t>
            </a:r>
          </a:p>
          <a:p>
            <a:endParaRPr lang="en-IN" sz="36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AgriConnect empowers farmers with real-time guidance, language support, community collaboration, and digital tools for better farming efficiency.</a:t>
            </a:r>
            <a:endParaRPr lang="en-IN" sz="2800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Addresses Real Agricultural Challenges.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More Accessible Than Traditional Apps.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Supports Regional Languages.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Encourages Farmer-to-Farmer Learning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448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64C78-29D6-EEA6-5852-39CF3900BABF}"/>
              </a:ext>
            </a:extLst>
          </p:cNvPr>
          <p:cNvSpPr txBox="1"/>
          <p:nvPr/>
        </p:nvSpPr>
        <p:spPr>
          <a:xfrm>
            <a:off x="3935392" y="462987"/>
            <a:ext cx="5069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Tools and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08184-B827-6265-5E35-1D38FB90CF43}"/>
              </a:ext>
            </a:extLst>
          </p:cNvPr>
          <p:cNvSpPr txBox="1"/>
          <p:nvPr/>
        </p:nvSpPr>
        <p:spPr>
          <a:xfrm>
            <a:off x="6095999" y="1828799"/>
            <a:ext cx="538608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Technology Stack: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Frontend: HTML, CSS, JavaScript, React.js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Backend: Node.js, Express.js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Database: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APIs: Google Translate API for multilingual support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C0530-7EC8-1AA0-DFDC-A8F903EFA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47" y="1635379"/>
            <a:ext cx="3969151" cy="396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19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0C5FA8-7E25-FA85-33EB-575BC2BF7DC1}"/>
              </a:ext>
            </a:extLst>
          </p:cNvPr>
          <p:cNvSpPr txBox="1"/>
          <p:nvPr/>
        </p:nvSpPr>
        <p:spPr>
          <a:xfrm>
            <a:off x="3356658" y="381965"/>
            <a:ext cx="602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Software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4260A-591D-F27D-23C7-A10C41616ED7}"/>
              </a:ext>
            </a:extLst>
          </p:cNvPr>
          <p:cNvSpPr txBox="1"/>
          <p:nvPr/>
        </p:nvSpPr>
        <p:spPr>
          <a:xfrm>
            <a:off x="1180617" y="1689904"/>
            <a:ext cx="89588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Frontend - HTML, CSS, JavaScript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Backend - Node.js, Express.js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Database - Firebase / MongoDB✓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AI &amp; NLP - Google </a:t>
            </a:r>
            <a:r>
              <a:rPr lang="en-IN" sz="2800" dirty="0" err="1">
                <a:solidFill>
                  <a:schemeClr val="bg1"/>
                </a:solidFill>
              </a:rPr>
              <a:t>Dialogflow</a:t>
            </a:r>
            <a:r>
              <a:rPr lang="en-IN" sz="2800" dirty="0">
                <a:solidFill>
                  <a:schemeClr val="bg1"/>
                </a:solidFill>
              </a:rPr>
              <a:t> &amp; Translate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Live Data Open Weather &amp; </a:t>
            </a:r>
            <a:r>
              <a:rPr lang="en-IN" sz="2800" dirty="0" err="1">
                <a:solidFill>
                  <a:schemeClr val="bg1"/>
                </a:solidFill>
              </a:rPr>
              <a:t>AgriMarket</a:t>
            </a:r>
            <a:r>
              <a:rPr lang="en-IN" sz="2800" dirty="0">
                <a:solidFill>
                  <a:schemeClr val="bg1"/>
                </a:solidFill>
              </a:rPr>
              <a:t> APIs✔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Dev Tools - VS Code, Postman, GitHub✔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Hosting - </a:t>
            </a:r>
            <a:r>
              <a:rPr lang="en-IN" sz="2800" dirty="0" err="1">
                <a:solidFill>
                  <a:schemeClr val="bg1"/>
                </a:solidFill>
              </a:rPr>
              <a:t>Vercel</a:t>
            </a:r>
            <a:r>
              <a:rPr lang="en-IN" sz="2800" dirty="0">
                <a:solidFill>
                  <a:schemeClr val="bg1"/>
                </a:solidFill>
              </a:rPr>
              <a:t> (Frontend), Firebase/Render (Backend)</a:t>
            </a:r>
          </a:p>
        </p:txBody>
      </p:sp>
    </p:spTree>
    <p:extLst>
      <p:ext uri="{BB962C8B-B14F-4D97-AF65-F5344CB8AC3E}">
        <p14:creationId xmlns:p14="http://schemas.microsoft.com/office/powerpoint/2010/main" val="139505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842CD-EA9D-9B6E-522E-52C37190F291}"/>
              </a:ext>
            </a:extLst>
          </p:cNvPr>
          <p:cNvSpPr txBox="1"/>
          <p:nvPr/>
        </p:nvSpPr>
        <p:spPr>
          <a:xfrm>
            <a:off x="3576577" y="358815"/>
            <a:ext cx="6985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Hardware Requirements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FBC87-343E-9410-EBE7-A02BFBE5BEA0}"/>
              </a:ext>
            </a:extLst>
          </p:cNvPr>
          <p:cNvSpPr txBox="1"/>
          <p:nvPr/>
        </p:nvSpPr>
        <p:spPr>
          <a:xfrm>
            <a:off x="1527857" y="1747776"/>
            <a:ext cx="8137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For Development: Laptop (8GB RAM, 15+), High-Speed Internet, Mic &amp; Speakers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For Hosting: Cloud Server (Firebase, </a:t>
            </a:r>
            <a:r>
              <a:rPr lang="en-IN" sz="2800" dirty="0" err="1">
                <a:solidFill>
                  <a:schemeClr val="bg1"/>
                </a:solidFill>
              </a:rPr>
              <a:t>Vercel</a:t>
            </a:r>
            <a:r>
              <a:rPr lang="en-IN" sz="2800" dirty="0">
                <a:solidFill>
                  <a:schemeClr val="bg1"/>
                </a:solidFill>
              </a:rPr>
              <a:t>, Render), Reliable Internet✔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For Farmers: Smartphone/PC, Stable Internet for Al &amp; Marketplace</a:t>
            </a:r>
          </a:p>
        </p:txBody>
      </p:sp>
    </p:spTree>
    <p:extLst>
      <p:ext uri="{BB962C8B-B14F-4D97-AF65-F5344CB8AC3E}">
        <p14:creationId xmlns:p14="http://schemas.microsoft.com/office/powerpoint/2010/main" val="2639550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E66981-6DFB-2AD5-C6B2-037B4BEAF0D1}"/>
              </a:ext>
            </a:extLst>
          </p:cNvPr>
          <p:cNvSpPr txBox="1"/>
          <p:nvPr/>
        </p:nvSpPr>
        <p:spPr>
          <a:xfrm>
            <a:off x="798654" y="544010"/>
            <a:ext cx="6084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43E80-6E44-9E61-6A4E-765F698513AA}"/>
              </a:ext>
            </a:extLst>
          </p:cNvPr>
          <p:cNvSpPr txBox="1"/>
          <p:nvPr/>
        </p:nvSpPr>
        <p:spPr>
          <a:xfrm>
            <a:off x="798654" y="1828800"/>
            <a:ext cx="431735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Smart AgriConnect empowers farmers with real-time guidance, language support, community collaboration, and digital tools for better farming efficiency. 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A4813-BFA8-8166-1588-17F648675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491" y="0"/>
            <a:ext cx="6381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36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D94A8-553F-37C9-E178-0C2689F1BC72}"/>
              </a:ext>
            </a:extLst>
          </p:cNvPr>
          <p:cNvSpPr txBox="1"/>
          <p:nvPr/>
        </p:nvSpPr>
        <p:spPr>
          <a:xfrm>
            <a:off x="2106592" y="2152891"/>
            <a:ext cx="10611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2"/>
                </a:solidFill>
                <a:latin typeface="Felix Titling" panose="04060505060202020A04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004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584</Words>
  <Application>Microsoft Office PowerPoint</Application>
  <PresentationFormat>Widescreen</PresentationFormat>
  <Paragraphs>81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Felix Titling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Anugu Nisha Reddy</dc:creator>
  <cp:lastModifiedBy>Anugu Nisha Reddy</cp:lastModifiedBy>
  <cp:revision>1</cp:revision>
  <dcterms:created xsi:type="dcterms:W3CDTF">2025-03-07T02:04:49Z</dcterms:created>
  <dcterms:modified xsi:type="dcterms:W3CDTF">2025-03-07T02:18:57Z</dcterms:modified>
</cp:coreProperties>
</file>